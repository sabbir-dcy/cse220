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4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7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6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08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9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2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2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9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3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16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9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3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9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ED7F6-07E0-4B25-8048-E93BA75567D8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C0EA7-EFDE-4AD3-90F8-7962F79A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59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EBB07B-C03F-47D3-8B40-44C51E1EFD24}"/>
              </a:ext>
            </a:extLst>
          </p:cNvPr>
          <p:cNvSpPr/>
          <p:nvPr/>
        </p:nvSpPr>
        <p:spPr>
          <a:xfrm rot="16200000">
            <a:off x="2047527" y="1899757"/>
            <a:ext cx="755780" cy="1670179"/>
          </a:xfrm>
          <a:prstGeom prst="rect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EA6A4A-74AC-4D44-960B-97FE369939E6}"/>
              </a:ext>
            </a:extLst>
          </p:cNvPr>
          <p:cNvCxnSpPr>
            <a:cxnSpLocks/>
          </p:cNvCxnSpPr>
          <p:nvPr/>
        </p:nvCxnSpPr>
        <p:spPr>
          <a:xfrm rot="16200000">
            <a:off x="2305208" y="2723239"/>
            <a:ext cx="755780" cy="0"/>
          </a:xfrm>
          <a:prstGeom prst="line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6F64A1-C4A8-44E9-AAE6-CB9A1A49F05F}"/>
              </a:ext>
            </a:extLst>
          </p:cNvPr>
          <p:cNvCxnSpPr>
            <a:cxnSpLocks/>
          </p:cNvCxnSpPr>
          <p:nvPr/>
        </p:nvCxnSpPr>
        <p:spPr>
          <a:xfrm rot="16200000">
            <a:off x="1735107" y="2753879"/>
            <a:ext cx="755780" cy="0"/>
          </a:xfrm>
          <a:prstGeom prst="line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D19B25-0DD3-45FC-99FF-14B6BDA5062A}"/>
              </a:ext>
            </a:extLst>
          </p:cNvPr>
          <p:cNvSpPr txBox="1"/>
          <p:nvPr/>
        </p:nvSpPr>
        <p:spPr>
          <a:xfrm>
            <a:off x="2627185" y="2326316"/>
            <a:ext cx="65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49000"/>
                  </a:schemeClr>
                </a:solidFill>
              </a:rPr>
              <a:t>next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C9D7DC-57C5-4CC0-95D2-C192A301770F}"/>
              </a:ext>
            </a:extLst>
          </p:cNvPr>
          <p:cNvSpPr txBox="1"/>
          <p:nvPr/>
        </p:nvSpPr>
        <p:spPr>
          <a:xfrm>
            <a:off x="1573795" y="2769053"/>
            <a:ext cx="65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49000"/>
                  </a:schemeClr>
                </a:solidFill>
              </a:rPr>
              <a:t>prev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D194CF-CCF6-4A38-8353-9C7FA79F7CE9}"/>
              </a:ext>
            </a:extLst>
          </p:cNvPr>
          <p:cNvSpPr txBox="1"/>
          <p:nvPr/>
        </p:nvSpPr>
        <p:spPr>
          <a:xfrm>
            <a:off x="301755" y="2510159"/>
            <a:ext cx="7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head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765B4DD-3586-48B9-9363-4853B58B4D18}"/>
              </a:ext>
            </a:extLst>
          </p:cNvPr>
          <p:cNvSpPr/>
          <p:nvPr/>
        </p:nvSpPr>
        <p:spPr>
          <a:xfrm>
            <a:off x="935678" y="2687205"/>
            <a:ext cx="615710" cy="7620"/>
          </a:xfrm>
          <a:custGeom>
            <a:avLst/>
            <a:gdLst>
              <a:gd name="connsiteX0" fmla="*/ 0 w 615710"/>
              <a:gd name="connsiteY0" fmla="*/ 0 h 7620"/>
              <a:gd name="connsiteX1" fmla="*/ 563880 w 615710"/>
              <a:gd name="connsiteY1" fmla="*/ 0 h 7620"/>
              <a:gd name="connsiteX2" fmla="*/ 556260 w 615710"/>
              <a:gd name="connsiteY2" fmla="*/ 7620 h 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5710" h="7620">
                <a:moveTo>
                  <a:pt x="0" y="0"/>
                </a:moveTo>
                <a:lnTo>
                  <a:pt x="563880" y="0"/>
                </a:lnTo>
                <a:cubicBezTo>
                  <a:pt x="656590" y="1270"/>
                  <a:pt x="606425" y="4445"/>
                  <a:pt x="556260" y="7620"/>
                </a:cubicBez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222525-35C4-4BC8-AB18-B3A739522337}"/>
              </a:ext>
            </a:extLst>
          </p:cNvPr>
          <p:cNvSpPr/>
          <p:nvPr/>
        </p:nvSpPr>
        <p:spPr>
          <a:xfrm rot="16200000">
            <a:off x="7458158" y="1914931"/>
            <a:ext cx="755780" cy="167017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AD6382-745B-4FAE-B700-2C9593A52830}"/>
              </a:ext>
            </a:extLst>
          </p:cNvPr>
          <p:cNvCxnSpPr>
            <a:cxnSpLocks/>
          </p:cNvCxnSpPr>
          <p:nvPr/>
        </p:nvCxnSpPr>
        <p:spPr>
          <a:xfrm rot="16200000">
            <a:off x="7715839" y="2738413"/>
            <a:ext cx="75578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5471C1-B842-4DE5-A487-9002882FF43A}"/>
              </a:ext>
            </a:extLst>
          </p:cNvPr>
          <p:cNvCxnSpPr>
            <a:cxnSpLocks/>
          </p:cNvCxnSpPr>
          <p:nvPr/>
        </p:nvCxnSpPr>
        <p:spPr>
          <a:xfrm rot="16200000">
            <a:off x="7145738" y="2769053"/>
            <a:ext cx="75578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932EC53F-BA53-406E-BD1E-6E48DBBCAD1B}"/>
              </a:ext>
            </a:extLst>
          </p:cNvPr>
          <p:cNvSpPr/>
          <p:nvPr/>
        </p:nvSpPr>
        <p:spPr>
          <a:xfrm rot="16200000">
            <a:off x="10180102" y="1899253"/>
            <a:ext cx="755780" cy="167017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EC9D7D8-7395-4DC3-96B6-D4810CAAB270}"/>
              </a:ext>
            </a:extLst>
          </p:cNvPr>
          <p:cNvCxnSpPr>
            <a:cxnSpLocks/>
          </p:cNvCxnSpPr>
          <p:nvPr/>
        </p:nvCxnSpPr>
        <p:spPr>
          <a:xfrm rot="16200000">
            <a:off x="10437783" y="2722735"/>
            <a:ext cx="75578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6738571-6ECE-421F-B00D-26F8C050AA26}"/>
              </a:ext>
            </a:extLst>
          </p:cNvPr>
          <p:cNvCxnSpPr>
            <a:cxnSpLocks/>
          </p:cNvCxnSpPr>
          <p:nvPr/>
        </p:nvCxnSpPr>
        <p:spPr>
          <a:xfrm rot="16200000">
            <a:off x="9867682" y="2753375"/>
            <a:ext cx="75578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D38E340-2BC1-4454-859E-4B6D584AE906}"/>
              </a:ext>
            </a:extLst>
          </p:cNvPr>
          <p:cNvSpPr txBox="1"/>
          <p:nvPr/>
        </p:nvSpPr>
        <p:spPr>
          <a:xfrm>
            <a:off x="10828438" y="2306228"/>
            <a:ext cx="65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49000"/>
                  </a:schemeClr>
                </a:solidFill>
              </a:rPr>
              <a:t>next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9F81D2-C3C2-4FA5-A8D3-D99A40DC8101}"/>
              </a:ext>
            </a:extLst>
          </p:cNvPr>
          <p:cNvSpPr txBox="1"/>
          <p:nvPr/>
        </p:nvSpPr>
        <p:spPr>
          <a:xfrm>
            <a:off x="9707899" y="2750020"/>
            <a:ext cx="65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49000"/>
                  </a:schemeClr>
                </a:solidFill>
              </a:rPr>
              <a:t>prev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162725-2E96-4FDB-8DD8-1E8CBF4A5949}"/>
              </a:ext>
            </a:extLst>
          </p:cNvPr>
          <p:cNvSpPr txBox="1"/>
          <p:nvPr/>
        </p:nvSpPr>
        <p:spPr>
          <a:xfrm>
            <a:off x="2131749" y="2538069"/>
            <a:ext cx="80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null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1BE80E4-3D00-4FB8-BBC9-3021FCBCCACE}"/>
              </a:ext>
            </a:extLst>
          </p:cNvPr>
          <p:cNvSpPr/>
          <p:nvPr/>
        </p:nvSpPr>
        <p:spPr>
          <a:xfrm rot="10800000" flipV="1">
            <a:off x="8697167" y="2972486"/>
            <a:ext cx="1116477" cy="45719"/>
          </a:xfrm>
          <a:custGeom>
            <a:avLst/>
            <a:gdLst>
              <a:gd name="connsiteX0" fmla="*/ 1276350 w 1276350"/>
              <a:gd name="connsiteY0" fmla="*/ 0 h 0"/>
              <a:gd name="connsiteX1" fmla="*/ 0 w 12763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6350">
                <a:moveTo>
                  <a:pt x="12763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FFFF00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DCD1590A-2336-4417-969E-60E9EDF495ED}"/>
              </a:ext>
            </a:extLst>
          </p:cNvPr>
          <p:cNvSpPr/>
          <p:nvPr/>
        </p:nvSpPr>
        <p:spPr>
          <a:xfrm>
            <a:off x="8587432" y="2488599"/>
            <a:ext cx="1138009" cy="45719"/>
          </a:xfrm>
          <a:custGeom>
            <a:avLst/>
            <a:gdLst>
              <a:gd name="connsiteX0" fmla="*/ 0 w 1285875"/>
              <a:gd name="connsiteY0" fmla="*/ 0 h 0"/>
              <a:gd name="connsiteX1" fmla="*/ 1285875 w 12858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587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/>
          <a:ln w="28575">
            <a:solidFill>
              <a:srgbClr val="FB43F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0812F5A-ED0C-4688-9D25-DDEF91AB9B4C}"/>
              </a:ext>
            </a:extLst>
          </p:cNvPr>
          <p:cNvSpPr/>
          <p:nvPr/>
        </p:nvSpPr>
        <p:spPr>
          <a:xfrm rot="16200000">
            <a:off x="4685800" y="1918285"/>
            <a:ext cx="755780" cy="167017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0BF384D-0342-4D2D-BF05-ED21407D9D6A}"/>
              </a:ext>
            </a:extLst>
          </p:cNvPr>
          <p:cNvCxnSpPr>
            <a:cxnSpLocks/>
          </p:cNvCxnSpPr>
          <p:nvPr/>
        </p:nvCxnSpPr>
        <p:spPr>
          <a:xfrm rot="16200000">
            <a:off x="4943481" y="2741767"/>
            <a:ext cx="75578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DA2ABD9-CABB-46BD-A8D8-B19A7A856035}"/>
              </a:ext>
            </a:extLst>
          </p:cNvPr>
          <p:cNvCxnSpPr>
            <a:cxnSpLocks/>
          </p:cNvCxnSpPr>
          <p:nvPr/>
        </p:nvCxnSpPr>
        <p:spPr>
          <a:xfrm rot="16200000">
            <a:off x="4423609" y="2771235"/>
            <a:ext cx="75578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9B432A6-42BF-4BC9-B0DA-469FBE0523B3}"/>
              </a:ext>
            </a:extLst>
          </p:cNvPr>
          <p:cNvSpPr txBox="1"/>
          <p:nvPr/>
        </p:nvSpPr>
        <p:spPr>
          <a:xfrm>
            <a:off x="5288217" y="2340199"/>
            <a:ext cx="65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49000"/>
                  </a:schemeClr>
                </a:solidFill>
              </a:rPr>
              <a:t>next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6F607F-6065-48BC-86A5-BE6C9B03A1DF}"/>
              </a:ext>
            </a:extLst>
          </p:cNvPr>
          <p:cNvSpPr txBox="1"/>
          <p:nvPr/>
        </p:nvSpPr>
        <p:spPr>
          <a:xfrm>
            <a:off x="4267320" y="2787820"/>
            <a:ext cx="65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49000"/>
                  </a:schemeClr>
                </a:solidFill>
              </a:rPr>
              <a:t>prev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00420770-C479-4E11-9606-EDA87CE08B2A}"/>
              </a:ext>
            </a:extLst>
          </p:cNvPr>
          <p:cNvSpPr/>
          <p:nvPr/>
        </p:nvSpPr>
        <p:spPr>
          <a:xfrm>
            <a:off x="1723855" y="804091"/>
            <a:ext cx="8792758" cy="1854855"/>
          </a:xfrm>
          <a:custGeom>
            <a:avLst/>
            <a:gdLst>
              <a:gd name="connsiteX0" fmla="*/ 69399 w 8552999"/>
              <a:gd name="connsiteY0" fmla="*/ 1462133 h 1462133"/>
              <a:gd name="connsiteX1" fmla="*/ 1237799 w 8552999"/>
              <a:gd name="connsiteY1" fmla="*/ 1633 h 1462133"/>
              <a:gd name="connsiteX2" fmla="*/ 8552999 w 8552999"/>
              <a:gd name="connsiteY2" fmla="*/ 1233533 h 146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52999" h="1462133">
                <a:moveTo>
                  <a:pt x="69399" y="1462133"/>
                </a:moveTo>
                <a:cubicBezTo>
                  <a:pt x="-53368" y="750933"/>
                  <a:pt x="-176134" y="39733"/>
                  <a:pt x="1237799" y="1633"/>
                </a:cubicBezTo>
                <a:cubicBezTo>
                  <a:pt x="2651732" y="-36467"/>
                  <a:pt x="5602365" y="598533"/>
                  <a:pt x="8552999" y="1233533"/>
                </a:cubicBezTo>
              </a:path>
            </a:pathLst>
          </a:custGeom>
          <a:noFill/>
          <a:ln w="28575">
            <a:solidFill>
              <a:srgbClr val="FB43F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181B121-1CB5-42AC-A8BE-105C8E31FD97}"/>
              </a:ext>
            </a:extLst>
          </p:cNvPr>
          <p:cNvSpPr/>
          <p:nvPr/>
        </p:nvSpPr>
        <p:spPr>
          <a:xfrm>
            <a:off x="2424223" y="2842929"/>
            <a:ext cx="8968859" cy="2192041"/>
          </a:xfrm>
          <a:custGeom>
            <a:avLst/>
            <a:gdLst>
              <a:gd name="connsiteX0" fmla="*/ 5996763 w 6087829"/>
              <a:gd name="connsiteY0" fmla="*/ 0 h 1702279"/>
              <a:gd name="connsiteX1" fmla="*/ 5263117 w 6087829"/>
              <a:gd name="connsiteY1" fmla="*/ 1701209 h 1702279"/>
              <a:gd name="connsiteX2" fmla="*/ 0 w 6087829"/>
              <a:gd name="connsiteY2" fmla="*/ 202019 h 170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87829" h="1702279">
                <a:moveTo>
                  <a:pt x="5996763" y="0"/>
                </a:moveTo>
                <a:cubicBezTo>
                  <a:pt x="6129670" y="833769"/>
                  <a:pt x="6262577" y="1667539"/>
                  <a:pt x="5263117" y="1701209"/>
                </a:cubicBezTo>
                <a:cubicBezTo>
                  <a:pt x="4263657" y="1734879"/>
                  <a:pt x="2131828" y="968449"/>
                  <a:pt x="0" y="202019"/>
                </a:cubicBezTo>
              </a:path>
            </a:pathLst>
          </a:custGeom>
          <a:noFill/>
          <a:ln w="28575"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1AD1CEB-B923-467C-AF21-A4B740918FAD}"/>
              </a:ext>
            </a:extLst>
          </p:cNvPr>
          <p:cNvSpPr/>
          <p:nvPr/>
        </p:nvSpPr>
        <p:spPr>
          <a:xfrm>
            <a:off x="5763251" y="2503957"/>
            <a:ext cx="1200370" cy="45719"/>
          </a:xfrm>
          <a:custGeom>
            <a:avLst/>
            <a:gdLst>
              <a:gd name="connsiteX0" fmla="*/ 0 w 1285875"/>
              <a:gd name="connsiteY0" fmla="*/ 0 h 0"/>
              <a:gd name="connsiteX1" fmla="*/ 1285875 w 12858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587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/>
          <a:ln w="28575">
            <a:solidFill>
              <a:srgbClr val="FB43F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711722F-1F35-49A6-B467-68565695F299}"/>
              </a:ext>
            </a:extLst>
          </p:cNvPr>
          <p:cNvSpPr/>
          <p:nvPr/>
        </p:nvSpPr>
        <p:spPr>
          <a:xfrm rot="10800000">
            <a:off x="3257804" y="2950413"/>
            <a:ext cx="1117033" cy="45719"/>
          </a:xfrm>
          <a:custGeom>
            <a:avLst/>
            <a:gdLst>
              <a:gd name="connsiteX0" fmla="*/ 1276350 w 1276350"/>
              <a:gd name="connsiteY0" fmla="*/ 0 h 0"/>
              <a:gd name="connsiteX1" fmla="*/ 0 w 12763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6350">
                <a:moveTo>
                  <a:pt x="12763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FFFF00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D4B0C92-64E9-4ACA-8CB4-2AC1530BCD35}"/>
              </a:ext>
            </a:extLst>
          </p:cNvPr>
          <p:cNvSpPr/>
          <p:nvPr/>
        </p:nvSpPr>
        <p:spPr>
          <a:xfrm rot="10800000" flipV="1">
            <a:off x="5931934" y="2984421"/>
            <a:ext cx="1165006" cy="58209"/>
          </a:xfrm>
          <a:custGeom>
            <a:avLst/>
            <a:gdLst>
              <a:gd name="connsiteX0" fmla="*/ 1276350 w 1276350"/>
              <a:gd name="connsiteY0" fmla="*/ 0 h 0"/>
              <a:gd name="connsiteX1" fmla="*/ 0 w 12763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6350">
                <a:moveTo>
                  <a:pt x="12763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FFFF00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ACA80957-6956-49E5-9438-4789E348CD60}"/>
              </a:ext>
            </a:extLst>
          </p:cNvPr>
          <p:cNvSpPr/>
          <p:nvPr/>
        </p:nvSpPr>
        <p:spPr>
          <a:xfrm>
            <a:off x="3124978" y="2519635"/>
            <a:ext cx="1103622" cy="45719"/>
          </a:xfrm>
          <a:custGeom>
            <a:avLst/>
            <a:gdLst>
              <a:gd name="connsiteX0" fmla="*/ 0 w 1285875"/>
              <a:gd name="connsiteY0" fmla="*/ 0 h 0"/>
              <a:gd name="connsiteX1" fmla="*/ 1285875 w 12858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5875">
                <a:moveTo>
                  <a:pt x="0" y="0"/>
                </a:moveTo>
                <a:lnTo>
                  <a:pt x="1285875" y="0"/>
                </a:lnTo>
              </a:path>
            </a:pathLst>
          </a:custGeom>
          <a:noFill/>
          <a:ln w="28575">
            <a:solidFill>
              <a:srgbClr val="FB43F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B0AAAE-5639-4A9C-B0DA-679E11EC6B83}"/>
              </a:ext>
            </a:extLst>
          </p:cNvPr>
          <p:cNvSpPr txBox="1"/>
          <p:nvPr/>
        </p:nvSpPr>
        <p:spPr>
          <a:xfrm>
            <a:off x="4820999" y="2576864"/>
            <a:ext cx="4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8FAF1F-D8C3-48F9-B02D-160431D177B4}"/>
              </a:ext>
            </a:extLst>
          </p:cNvPr>
          <p:cNvSpPr txBox="1"/>
          <p:nvPr/>
        </p:nvSpPr>
        <p:spPr>
          <a:xfrm>
            <a:off x="7585924" y="2603154"/>
            <a:ext cx="4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72E5B5-F719-4347-B003-003590F46F8E}"/>
              </a:ext>
            </a:extLst>
          </p:cNvPr>
          <p:cNvSpPr txBox="1"/>
          <p:nvPr/>
        </p:nvSpPr>
        <p:spPr>
          <a:xfrm>
            <a:off x="10322844" y="2584387"/>
            <a:ext cx="4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901F64-1F4D-4CF5-B47F-99D498C59B22}"/>
              </a:ext>
            </a:extLst>
          </p:cNvPr>
          <p:cNvSpPr txBox="1"/>
          <p:nvPr/>
        </p:nvSpPr>
        <p:spPr>
          <a:xfrm>
            <a:off x="8064296" y="2305159"/>
            <a:ext cx="65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49000"/>
                  </a:schemeClr>
                </a:solidFill>
              </a:rPr>
              <a:t>next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E62A8F-775A-4B84-BB3C-A87AC86C7547}"/>
              </a:ext>
            </a:extLst>
          </p:cNvPr>
          <p:cNvSpPr txBox="1"/>
          <p:nvPr/>
        </p:nvSpPr>
        <p:spPr>
          <a:xfrm>
            <a:off x="2235861" y="3266105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DC73D9-72D4-454D-BBEA-089D8C30E822}"/>
              </a:ext>
            </a:extLst>
          </p:cNvPr>
          <p:cNvSpPr txBox="1"/>
          <p:nvPr/>
        </p:nvSpPr>
        <p:spPr>
          <a:xfrm>
            <a:off x="10414283" y="3259473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FAEEE2-1586-4EE7-BC0E-C254E6AEB9E4}"/>
              </a:ext>
            </a:extLst>
          </p:cNvPr>
          <p:cNvSpPr txBox="1"/>
          <p:nvPr/>
        </p:nvSpPr>
        <p:spPr>
          <a:xfrm>
            <a:off x="7738879" y="3266105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9E877D-1DE7-4449-A9B7-9F5DCDEF207A}"/>
              </a:ext>
            </a:extLst>
          </p:cNvPr>
          <p:cNvSpPr txBox="1"/>
          <p:nvPr/>
        </p:nvSpPr>
        <p:spPr>
          <a:xfrm>
            <a:off x="4944647" y="3289454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3E7871-6E6E-454B-BE88-03A01BCADDCF}"/>
              </a:ext>
            </a:extLst>
          </p:cNvPr>
          <p:cNvSpPr txBox="1"/>
          <p:nvPr/>
        </p:nvSpPr>
        <p:spPr>
          <a:xfrm>
            <a:off x="2802353" y="2629143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4219F4-0055-41B5-8C23-1FCB4A894800}"/>
              </a:ext>
            </a:extLst>
          </p:cNvPr>
          <p:cNvSpPr txBox="1"/>
          <p:nvPr/>
        </p:nvSpPr>
        <p:spPr>
          <a:xfrm>
            <a:off x="6984426" y="2783207"/>
            <a:ext cx="65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alpha val="49000"/>
                  </a:schemeClr>
                </a:solidFill>
              </a:rPr>
              <a:t>prev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7AC076-AE78-4369-8A54-C74D5F522146}"/>
              </a:ext>
            </a:extLst>
          </p:cNvPr>
          <p:cNvSpPr txBox="1"/>
          <p:nvPr/>
        </p:nvSpPr>
        <p:spPr>
          <a:xfrm>
            <a:off x="5435508" y="2662310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5B48C9-0669-4029-BCD2-894AADC239A5}"/>
              </a:ext>
            </a:extLst>
          </p:cNvPr>
          <p:cNvSpPr txBox="1"/>
          <p:nvPr/>
        </p:nvSpPr>
        <p:spPr>
          <a:xfrm>
            <a:off x="8238472" y="2635329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83C822-B1D8-4083-9DC7-5E364B2C5D62}"/>
              </a:ext>
            </a:extLst>
          </p:cNvPr>
          <p:cNvSpPr txBox="1"/>
          <p:nvPr/>
        </p:nvSpPr>
        <p:spPr>
          <a:xfrm>
            <a:off x="7117591" y="2538069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AA77E4-5FB1-4063-AD2F-4D11EA755F26}"/>
              </a:ext>
            </a:extLst>
          </p:cNvPr>
          <p:cNvSpPr txBox="1"/>
          <p:nvPr/>
        </p:nvSpPr>
        <p:spPr>
          <a:xfrm>
            <a:off x="9805448" y="2492397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93805E-742C-499C-AED5-4B49B029461E}"/>
              </a:ext>
            </a:extLst>
          </p:cNvPr>
          <p:cNvSpPr txBox="1"/>
          <p:nvPr/>
        </p:nvSpPr>
        <p:spPr>
          <a:xfrm>
            <a:off x="4365820" y="2503957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B1EE48-F897-4D50-930B-39601EB25D97}"/>
              </a:ext>
            </a:extLst>
          </p:cNvPr>
          <p:cNvSpPr txBox="1"/>
          <p:nvPr/>
        </p:nvSpPr>
        <p:spPr>
          <a:xfrm>
            <a:off x="1741546" y="2488599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ECBFC3-2DAE-4DB5-B929-F48FBC41AB8A}"/>
              </a:ext>
            </a:extLst>
          </p:cNvPr>
          <p:cNvSpPr txBox="1"/>
          <p:nvPr/>
        </p:nvSpPr>
        <p:spPr>
          <a:xfrm>
            <a:off x="10927106" y="2634027"/>
            <a:ext cx="37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5493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B43FF"/>
          </a:solidFill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</TotalTime>
  <Words>25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ambraechocolate@gmail.com</dc:creator>
  <cp:lastModifiedBy>ambraechocolate@gmail.com</cp:lastModifiedBy>
  <cp:revision>23</cp:revision>
  <dcterms:created xsi:type="dcterms:W3CDTF">2020-07-22T05:41:41Z</dcterms:created>
  <dcterms:modified xsi:type="dcterms:W3CDTF">2020-07-23T06:20:53Z</dcterms:modified>
</cp:coreProperties>
</file>